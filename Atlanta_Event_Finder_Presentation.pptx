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8F036-0CCC-0673-1C5F-D66B01300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735E79-1EB0-35F5-F996-2E55549E35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508BA-B204-374D-A893-7BA38746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5AAAC-ECC7-09C2-6DF7-07324EA6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CE663-8ADC-52CD-32A8-630EEAA4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01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BD93-7938-AB1E-0550-5BB9A881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0370-01E2-AB54-9ECC-86D7D51A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803B3-33D5-2AF1-646B-2D9F0A614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6F159-F7F0-9869-4B75-A65F9772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0A723-C976-0865-0F6F-29112DEA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36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7AE7-C9DB-004B-55D2-F2C790E6E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202D8-D927-8877-DBF4-5892321D7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DE0C3-A5B8-9E4B-2070-DEA3A3CA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FE472-DD27-1AA2-22AE-3BDCAD92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D58ED-51F2-812D-3BB3-9E993CFF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5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A540D-4F30-1543-2FAC-6D8AF675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D45C5-6EC3-F2E5-835C-2E33A9A3B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C0AFC-66A7-517F-7988-CBCA1950B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75605-7F3B-070E-CAD7-362B294B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95C48-151A-6C88-0A54-AA798DA09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49E12-52F6-7C54-EF74-11D181DC3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04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5A6C6-9FE6-30B9-47C1-62DA7033F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D6C6D-ABD3-E339-E741-7E0BC1A45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2A35-BE0B-82EE-4A84-BDF314CFA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8CBAD-6BBE-D65A-AA38-0BA9B32D7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D8000C-05B9-6789-8D08-15AFBCB6A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CC877-A1CB-6F34-87AA-5AA5A89D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796F6-358F-7B47-404D-0D4CA679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C5B37B-9F08-42D3-7360-7FE5F51D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1E47-1DE8-6CB7-9BD7-32680443F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E5DDE1-04BC-4FBF-E924-CE4B5569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2892C-0D68-629E-BFB8-0B30D708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4BD18-CA9D-8E0A-5696-24DCBDD30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8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DD107-1780-B3FE-6B26-5C3B76AC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E3D92-39C6-219F-CC62-8C91FC50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A9EB8-6FF7-89CE-68FC-28F803E62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65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7C09-DFC4-2BCF-F47E-86922362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7C37-1F7C-FC04-24CA-967373BA1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395B7-F9C1-B06F-6932-E9CD396F8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3D67D-053A-8DFF-450E-96B280920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DCF49-BE5E-BCC4-8B53-5F8C92CC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1E6AF-72A2-B7BA-BE48-5896CB44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54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044DC-8359-8FC8-D43B-35E263DEA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955EE4-5278-D6A4-7783-BDE7A4806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71A8B-8B0B-3F59-0C4A-755B5D18B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AA582-3865-8DBC-3C27-A39C30919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2AB35-DBF1-32AC-B651-BF6EA03B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5A00B-AB0D-5A6C-3384-15C6B0AA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5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FD07-2363-A477-D580-98D751E1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5CF06-6863-BF0F-EA3F-25C6E71EE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A0B8B-7CB6-C18B-9037-546E5DE1B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7248D-E92F-D498-A847-EEAE3204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43746-E6D2-C52A-DE90-A31C9B2D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44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49AF9-B333-0F7C-3756-D93F2976A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70933-5F03-7779-719E-EFB9E35D2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11C49-684B-9450-01F0-82813704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7808D-6C72-A188-96CA-4ACFB58E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F710E-F183-DC9D-39E0-D8B6ACD6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63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14EE8D-6DFC-3DCD-0206-3161C360B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927E-74C7-E2B8-8CBC-A302CB316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98FE-967D-9204-DBA9-53F1865EA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A4FD3-C9CC-4E73-A0F2-96EFB3F5A02A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AC56A-DD04-1CAC-D43B-EF5410B05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61ECF-DC34-1EA9-E602-A3ED7D21D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603E5-5C6B-404C-A2A6-7E717B2EA5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CECF-97C0-EE9B-75E7-62EB970E9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36B764-C8A0-C012-5513-1AE9E5FD8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216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C811-7C73-FD46-7BA8-E942594A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Atlanta Event Finder</a:t>
            </a:r>
            <a:br>
              <a:rPr lang="en-US" dirty="0"/>
            </a:br>
            <a:r>
              <a:rPr lang="en-US" sz="2000" dirty="0"/>
              <a:t>Team Members: Kaliyah Johnson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54C43-428F-4FB0-4A81-B6F1FD51A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FC64A-149D-D644-7E40-BBBD48E2B8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Browse upcoming Atlanta events</a:t>
            </a:r>
          </a:p>
          <a:p>
            <a:r>
              <a:rPr lang="en-US" dirty="0"/>
              <a:t>Filter by category or date</a:t>
            </a:r>
          </a:p>
          <a:p>
            <a:r>
              <a:rPr lang="en-US" dirty="0"/>
              <a:t>View events details</a:t>
            </a:r>
          </a:p>
          <a:p>
            <a:r>
              <a:rPr lang="en-US" dirty="0"/>
              <a:t>Save favorite events</a:t>
            </a:r>
          </a:p>
          <a:p>
            <a:r>
              <a:rPr lang="en-US" dirty="0"/>
              <a:t>Built with Python, Flask, SQLite</a:t>
            </a:r>
          </a:p>
          <a:p>
            <a:r>
              <a:rPr lang="en-US" dirty="0"/>
              <a:t>TAGLINE</a:t>
            </a:r>
            <a:r>
              <a:rPr lang="en-US" i="1" dirty="0"/>
              <a:t>: Discover the best events happening in Atlanta all in one place.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84C97-61E3-BE8E-5F9D-9774E339A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87BC50-1EAA-0EDB-7185-68D660833FC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023" y="668337"/>
            <a:ext cx="5452930" cy="56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336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Atlanta Event Finder Team Members: Kaliyah Johnson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Kaliyah Johnson</dc:creator>
  <cp:lastModifiedBy>Kaliyah Johnson</cp:lastModifiedBy>
  <cp:revision>1</cp:revision>
  <dcterms:created xsi:type="dcterms:W3CDTF">2026-05-02T02:16:10Z</dcterms:created>
  <dcterms:modified xsi:type="dcterms:W3CDTF">2026-05-02T02:18:26Z</dcterms:modified>
</cp:coreProperties>
</file>